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64800"/>
          </a:xfrm>
          <a:prstGeom prst="rect">
            <a:avLst/>
          </a:prstGeom>
          <a:solidFill>
            <a:srgbClr val="C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78000"/>
            <a:ext cx="652819" cy="827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342000"/>
            <a:ext cx="6120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A3A6B"/>
                </a:solidFill>
                <a:latin typeface="바탕"/>
              </a:rPr>
              <a:t>온라인 성경말씀 </a:t>
            </a:r>
            <a:r>
              <a:rPr sz="3000" b="1">
                <a:solidFill>
                  <a:srgbClr val="C8A84B"/>
                </a:solidFill>
                <a:latin typeface="바탕"/>
              </a:rPr>
              <a:t>암송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990000"/>
            <a:ext cx="61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A3A6B"/>
                </a:solidFill>
                <a:latin typeface="맑은 고딕"/>
              </a:rPr>
              <a:t>오직 성경, 말씀이 답이다!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65999"/>
            <a:ext cx="7560000" cy="10800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3999" y="1745999"/>
            <a:ext cx="65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  <a:latin typeface="바탕"/>
              </a:rPr>
              <a:t>“주의 말씀은 내 발에 등이요 내 길에 빛이니이다”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142000"/>
            <a:ext cx="655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8A84B"/>
                </a:solidFill>
                <a:latin typeface="맑은 고딕"/>
              </a:rPr>
              <a:t>시편 119편 105절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2466000"/>
            <a:ext cx="655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444444"/>
                </a:solidFill>
                <a:latin typeface="맑은 고딕"/>
              </a:rPr>
              <a:t>언제 어디서나 말씀을 암송하며 </a:t>
            </a:r>
            <a:r>
              <a:rPr sz="1250" b="1">
                <a:solidFill>
                  <a:srgbClr val="1A3A6B"/>
                </a:solidFill>
                <a:latin typeface="맑은 고딕"/>
              </a:rPr>
              <a:t>주님과 더 가까이</a:t>
            </a:r>
          </a:p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444444"/>
                </a:solidFill>
                <a:latin typeface="맑은 고딕"/>
              </a:rPr>
              <a:t>교구·교회학교 정보와 이름을 입력하면 </a:t>
            </a:r>
            <a:r>
              <a:rPr sz="1250" b="1">
                <a:solidFill>
                  <a:srgbClr val="1A3A6B"/>
                </a:solidFill>
                <a:latin typeface="맑은 고딕"/>
              </a:rPr>
              <a:t>내 진도</a:t>
            </a:r>
            <a:r>
              <a:rPr sz="1250" b="0">
                <a:solidFill>
                  <a:srgbClr val="444444"/>
                </a:solidFill>
                <a:latin typeface="맑은 고딕"/>
              </a:rPr>
              <a:t>가 관리됩니다.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3078000"/>
            <a:ext cx="6696000" cy="774000"/>
          </a:xfrm>
          <a:prstGeom prst="roundRect">
            <a:avLst>
              <a:gd name="adj" fmla="val 18000"/>
            </a:avLst>
          </a:prstGeom>
          <a:solidFill>
            <a:srgbClr val="FDF8F0"/>
          </a:solidFill>
          <a:ln w="12700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000" y="3240000"/>
            <a:ext cx="450000" cy="45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A3A6B"/>
                </a:solidFill>
                <a:latin typeface="Segoe UI Emoji"/>
              </a:rPr>
              <a:t>✍️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5999" y="3186000"/>
            <a:ext cx="57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3A6B"/>
                </a:solidFill>
                <a:latin typeface="맑은 고딕"/>
              </a:rPr>
              <a:t>3단계 빈칸 암송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5999" y="3466800"/>
            <a:ext cx="57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</a:rPr>
              <a:t>맛보기 → 늘리기 → 전체 암송, 자동 채점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3952800"/>
            <a:ext cx="6696000" cy="774000"/>
          </a:xfrm>
          <a:prstGeom prst="roundRect">
            <a:avLst>
              <a:gd name="adj" fmla="val 18000"/>
            </a:avLst>
          </a:prstGeom>
          <a:solidFill>
            <a:srgbClr val="FDF8F0"/>
          </a:solidFill>
          <a:ln w="12700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000" y="4114800"/>
            <a:ext cx="450000" cy="45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A3A6B"/>
                </a:solidFill>
                <a:latin typeface="Segoe UI Emoji"/>
              </a:rPr>
              <a:t>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5999" y="4060800"/>
            <a:ext cx="57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3A6B"/>
                </a:solidFill>
                <a:latin typeface="맑은 고딕"/>
              </a:rPr>
              <a:t>말씀 듣기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5999" y="4341600"/>
            <a:ext cx="57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</a:rPr>
              <a:t>버튼만 누르면 또박또박 읽어줘요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4827600"/>
            <a:ext cx="6696000" cy="774000"/>
          </a:xfrm>
          <a:prstGeom prst="roundRect">
            <a:avLst>
              <a:gd name="adj" fmla="val 18000"/>
            </a:avLst>
          </a:prstGeom>
          <a:solidFill>
            <a:srgbClr val="FDF8F0"/>
          </a:solidFill>
          <a:ln w="12700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000" y="4989600"/>
            <a:ext cx="450000" cy="45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A3A6B"/>
                </a:solidFill>
                <a:latin typeface="Segoe UI Emoji"/>
              </a:rPr>
              <a:t>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5999" y="4935600"/>
            <a:ext cx="57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3A6B"/>
                </a:solidFill>
                <a:latin typeface="맑은 고딕"/>
              </a:rPr>
              <a:t>음성 암송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5999" y="5216400"/>
            <a:ext cx="57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</a:rPr>
              <a:t>직접 말해서 정확도를 확인해요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5702400"/>
            <a:ext cx="6696000" cy="774000"/>
          </a:xfrm>
          <a:prstGeom prst="roundRect">
            <a:avLst>
              <a:gd name="adj" fmla="val 18000"/>
            </a:avLst>
          </a:prstGeom>
          <a:solidFill>
            <a:srgbClr val="FDF8F0"/>
          </a:solidFill>
          <a:ln w="12700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000" y="5864400"/>
            <a:ext cx="450000" cy="45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A3A6B"/>
                </a:solidFill>
                <a:latin typeface="Segoe UI Emoji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5999" y="5810400"/>
            <a:ext cx="57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3A6B"/>
                </a:solidFill>
                <a:latin typeface="맑은 고딕"/>
              </a:rPr>
              <a:t>내 진도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5999" y="6091200"/>
            <a:ext cx="57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</a:rPr>
              <a:t>교구·교회학교 로그인 · 기기 바꿔도 이어서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6577200"/>
            <a:ext cx="6696000" cy="774000"/>
          </a:xfrm>
          <a:prstGeom prst="roundRect">
            <a:avLst>
              <a:gd name="adj" fmla="val 18000"/>
            </a:avLst>
          </a:prstGeom>
          <a:solidFill>
            <a:srgbClr val="FDF8F0"/>
          </a:solidFill>
          <a:ln w="12700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000" y="6739200"/>
            <a:ext cx="450000" cy="45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A3A6B"/>
                </a:solidFill>
                <a:latin typeface="Segoe UI Emoji"/>
              </a:rPr>
              <a:t>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5999" y="6685200"/>
            <a:ext cx="57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3A6B"/>
                </a:solidFill>
                <a:latin typeface="맑은 고딕"/>
              </a:rPr>
              <a:t>매일 암송 구절 알림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5999" y="6966000"/>
            <a:ext cx="57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맑은 고딕"/>
              </a:rPr>
              <a:t>그날의 말씀을 잊지 않도록 알림으로 받기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7542000"/>
            <a:ext cx="6696000" cy="1692000"/>
          </a:xfrm>
          <a:prstGeom prst="roundRect">
            <a:avLst>
              <a:gd name="adj" fmla="val 12000"/>
            </a:avLst>
          </a:prstGeom>
          <a:solidFill>
            <a:srgbClr val="FDF8F0"/>
          </a:solidFill>
          <a:ln w="2540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000" y="7703999"/>
            <a:ext cx="1368000" cy="13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00" y="7793999"/>
            <a:ext cx="1188000" cy="1188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232000" y="7848000"/>
            <a:ext cx="47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A3A6B"/>
                </a:solidFill>
                <a:latin typeface="Segoe UI Emoji"/>
              </a:rPr>
              <a:t>📱 </a:t>
            </a:r>
            <a:r>
              <a:rPr sz="1900" b="1">
                <a:solidFill>
                  <a:srgbClr val="1A3A6B"/>
                </a:solidFill>
                <a:latin typeface="맑은 고딕"/>
              </a:rPr>
              <a:t>지금 바로 시작하기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2000" y="8298000"/>
            <a:ext cx="4752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왼쪽 QR 코드를 스마트폰 카메라로 비추면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온라인 말씀 암송으로 바로 연결됩니다.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9396000"/>
            <a:ext cx="7560000" cy="10800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999" y="9486000"/>
            <a:ext cx="655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444444"/>
                </a:solidFill>
                <a:latin typeface="맑은 고딕"/>
              </a:rPr>
              <a:t>문의사항은 </a:t>
            </a:r>
            <a:r>
              <a:rPr sz="1150" b="1">
                <a:solidFill>
                  <a:srgbClr val="1A3A6B"/>
                </a:solidFill>
                <a:latin typeface="맑은 고딕"/>
              </a:rPr>
              <a:t>교구 목사님</a:t>
            </a:r>
            <a:r>
              <a:rPr sz="1150" b="0">
                <a:solidFill>
                  <a:srgbClr val="444444"/>
                </a:solidFill>
                <a:latin typeface="맑은 고딕"/>
              </a:rPr>
              <a:t> 또는 </a:t>
            </a:r>
            <a:r>
              <a:rPr sz="1150" b="1">
                <a:solidFill>
                  <a:srgbClr val="1A3A6B"/>
                </a:solidFill>
                <a:latin typeface="맑은 고딕"/>
              </a:rPr>
              <a:t>제자양육부 신앙운동팀</a:t>
            </a:r>
            <a:r>
              <a:rPr sz="1150" b="0">
                <a:solidFill>
                  <a:srgbClr val="444444"/>
                </a:solidFill>
                <a:latin typeface="맑은 고딕"/>
              </a:rPr>
              <a:t>에게 연락 주세요.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